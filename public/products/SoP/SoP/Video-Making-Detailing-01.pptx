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9" r:id="rId5"/>
    <p:sldId id="264" r:id="rId6"/>
    <p:sldId id="262" r:id="rId7"/>
    <p:sldId id="258" r:id="rId8"/>
    <p:sldId id="260" r:id="rId9"/>
    <p:sldId id="267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2E180-5A86-D22F-F81A-0022A1631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A6A527-38AC-B290-8ADB-7EC273FBB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A2DBD-92A3-E39D-44E2-BDDDE21C5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A9CA8-C96A-4828-81CA-2B59882C33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24E7D-9995-A954-CCAA-FAA9F18FA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267B5-F24F-5A4E-B48D-B4A3A9CCF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3D233-09A0-42BF-95A0-D7C99CD27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034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2D4DB-0084-71F1-4217-CF8A6BE8E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46DB7-13C7-A6A8-353F-ECAD0F5BE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C7A7E-3FF4-EFCD-5008-7029DFA77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A9CA8-C96A-4828-81CA-2B59882C33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332A7-C1BC-85F3-4DB4-8FBCC45B7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4EAFE-FB63-E095-91C5-B9FEF85C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3D233-09A0-42BF-95A0-D7C99CD27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871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71023-B0C4-2AE3-988C-2FF393D54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77C03-F5E4-FD6F-882D-D9A5DD473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309E1-41E1-6D38-0328-9C6EB6CF9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A9CA8-C96A-4828-81CA-2B59882C33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A4B53-F1C1-821E-04CC-ED58A04B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1D9C8-F5B1-DC45-4DFC-3F22F566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3D233-09A0-42BF-95A0-D7C99CD27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903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E034-AD84-F6A9-A8E5-2DFFACDF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B6E3A-44B9-6570-BAA9-9DB3C17B35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C93DC-52EF-B1A2-E82D-E4FE50A7C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5B929-2AF8-2319-EBB7-E50840E81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A9CA8-C96A-4828-81CA-2B59882C33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8C46F2-7420-2E7F-12A1-5BE1B2CD3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5C5D6-7935-D476-2533-E6CD42EE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3D233-09A0-42BF-95A0-D7C99CD27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785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EB2DD-34B0-6CB6-BB40-758258852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DEA1D-C40A-0B07-75CE-87FDE9F2F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94F2D-E5D8-3AB3-9D7D-115DBC07B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78B189-03EB-6F2D-D012-0D8C4DD02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356418-6DC3-001D-D0AB-1621822C8F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498D6A-713B-1BF1-6AE8-90C02B2C0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A9CA8-C96A-4828-81CA-2B59882C33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C539AF-7B7C-868C-273C-91FAC26DB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F63021-8AD9-B0D8-FA86-29681F59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3D233-09A0-42BF-95A0-D7C99CD27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708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85823-C1B4-4C80-59B7-3A599B363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5872B-F38C-5A60-DC25-D1FBA343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A9CA8-C96A-4828-81CA-2B59882C33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B1072-5D15-9884-7A22-7A108CF91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31BC72-1D50-1548-1DAF-C3EEF8DE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3D233-09A0-42BF-95A0-D7C99CD27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555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6C34AD-6E8F-CA03-3984-BB280FD87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A9CA8-C96A-4828-81CA-2B59882C33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A3B5F4-4263-93B1-5F83-4CE3DC008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88E30-77AB-DD18-BA60-26FAF061C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3D233-09A0-42BF-95A0-D7C99CD27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692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C1B9-250B-1AF7-9B68-AB6043962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2DDD0-00EF-FA67-527D-1B7F44F78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97DF9-09C9-7C8C-44FB-D724E8D61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E46B-DDC0-9D94-BD1C-157C7756D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A9CA8-C96A-4828-81CA-2B59882C33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C8EE7-5A5F-9117-45CF-62CB2B1D7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FFAE4-2A50-10B3-4BC6-8694DDDC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3D233-09A0-42BF-95A0-D7C99CD27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724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E21F-4884-8E81-7D2A-E513DDA74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D3996F-0AB7-DD67-3812-E9E06D542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54F9F-8965-B16A-2BBC-96C7951FF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2D8B3-F960-F19D-503A-61E07C6C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A9CA8-C96A-4828-81CA-2B59882C33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172A5-579E-4686-0836-57E6EC106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803BA-38F2-65E5-1CD1-09E26E79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3D233-09A0-42BF-95A0-D7C99CD27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732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7DB44-EDF1-EDCD-CF1C-6C5CBADDB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91BAD2-E8E6-B962-9B62-3B09CB579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C04CA-45A0-1C17-7001-E1C89E786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A9CA8-C96A-4828-81CA-2B59882C33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71A95-B013-663B-4FAA-2CEEC253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847A4-34C7-C937-B848-AFEB237C9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3D233-09A0-42BF-95A0-D7C99CD27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104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66B18D-D038-ED91-FC35-D1242CAB24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BF599-AD74-335A-3304-A87EB64C7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24ECF-DD8C-6FA2-1FEC-0709F5AC9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A9CA8-C96A-4828-81CA-2B59882C33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E8964-F862-9982-129B-783892ABA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E1CBA-ADA9-713E-89A8-7A6183906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3D233-09A0-42BF-95A0-D7C99CD27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736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4E7855-DBEA-C20E-5BE3-8A0C2C668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AA92D-421F-A085-8D10-6EA1A6AF1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97705-7882-639F-46A6-CC84D17C53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A9CA8-C96A-4828-81CA-2B59882C33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D21F6-4EC8-60A1-1F11-1D03A2CDE4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AA1A0-3E45-68EF-8405-CA0576373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3D233-09A0-42BF-95A0-D7C99CD27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741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87C32-2E08-2DDC-0CA7-315DFCCCA3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4C1404-FA2A-53D4-FA05-FAE9013DA6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4480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2579C-D407-F52F-CA3F-E0DF03385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Pre-requisite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D81B4-5A85-19B6-BD3E-BA03A8F6B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Script for each topic</a:t>
            </a:r>
          </a:p>
          <a:p>
            <a:pPr lvl="1"/>
            <a:r>
              <a:rPr lang="en-US" dirty="0"/>
              <a:t>For BCC  Knowing 1.1 Computer Video No 1 &amp; Video No 2  </a:t>
            </a:r>
          </a:p>
          <a:p>
            <a:pPr lvl="1"/>
            <a:r>
              <a:rPr lang="en-US" dirty="0"/>
              <a:t>Existing Videos of BCC need to be analyzed through Gemini and add new areas to be embedded in script and than generate the new final script through Gemini / Claude </a:t>
            </a:r>
          </a:p>
          <a:p>
            <a:pPr lvl="1"/>
            <a:r>
              <a:rPr lang="en-US" dirty="0"/>
              <a:t>Quiz Preparation </a:t>
            </a:r>
          </a:p>
          <a:p>
            <a:pPr lvl="1"/>
            <a:endParaRPr lang="en-US" dirty="0"/>
          </a:p>
          <a:p>
            <a:r>
              <a:rPr lang="en-US" dirty="0"/>
              <a:t>License for Vyond (10$ License 4)</a:t>
            </a:r>
          </a:p>
          <a:p>
            <a:r>
              <a:rPr lang="en-US" dirty="0"/>
              <a:t>Theme (Conversational or Presenter)</a:t>
            </a:r>
          </a:p>
          <a:p>
            <a:r>
              <a:rPr lang="en-US" dirty="0"/>
              <a:t>Characters </a:t>
            </a:r>
          </a:p>
          <a:p>
            <a:r>
              <a:rPr lang="en-US" dirty="0"/>
              <a:t>Voice over for Characters</a:t>
            </a:r>
          </a:p>
          <a:p>
            <a:r>
              <a:rPr lang="en-US" dirty="0"/>
              <a:t> Team Roles (Script Writer role, Ani maker role , Reviewer role)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0366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0E666-3798-DF94-105D-BF075BD0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CC7E7C-BCA4-12BB-038A-AD3DF03AD3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7145903"/>
              </p:ext>
            </p:extLst>
          </p:nvPr>
        </p:nvGraphicFramePr>
        <p:xfrm>
          <a:off x="243068" y="173620"/>
          <a:ext cx="11470511" cy="65184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4954">
                  <a:extLst>
                    <a:ext uri="{9D8B030D-6E8A-4147-A177-3AD203B41FA5}">
                      <a16:colId xmlns:a16="http://schemas.microsoft.com/office/drawing/2014/main" val="400540786"/>
                    </a:ext>
                  </a:extLst>
                </a:gridCol>
                <a:gridCol w="4721490">
                  <a:extLst>
                    <a:ext uri="{9D8B030D-6E8A-4147-A177-3AD203B41FA5}">
                      <a16:colId xmlns:a16="http://schemas.microsoft.com/office/drawing/2014/main" val="1252135462"/>
                    </a:ext>
                  </a:extLst>
                </a:gridCol>
                <a:gridCol w="3404067">
                  <a:extLst>
                    <a:ext uri="{9D8B030D-6E8A-4147-A177-3AD203B41FA5}">
                      <a16:colId xmlns:a16="http://schemas.microsoft.com/office/drawing/2014/main" val="82944623"/>
                    </a:ext>
                  </a:extLst>
                </a:gridCol>
              </a:tblGrid>
              <a:tr h="910564">
                <a:tc>
                  <a:txBody>
                    <a:bodyPr/>
                    <a:lstStyle/>
                    <a:p>
                      <a:r>
                        <a:rPr lang="en-US" dirty="0"/>
                        <a:t>Background Name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For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Background Image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906775"/>
                  </a:ext>
                </a:extLst>
              </a:tr>
              <a:tr h="1253902">
                <a:tc>
                  <a:txBody>
                    <a:bodyPr/>
                    <a:lstStyle/>
                    <a:p>
                      <a:r>
                        <a:rPr lang="en-US" dirty="0"/>
                        <a:t>Office – Lounge Meeting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 for Beginners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548594"/>
                  </a:ext>
                </a:extLst>
              </a:tr>
              <a:tr h="129636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BCC</a:t>
                      </a:r>
                      <a:r>
                        <a:rPr lang="en-IN" dirty="0"/>
                        <a:t> - </a:t>
                      </a:r>
                      <a:r>
                        <a:rPr lang="en-US" dirty="0"/>
                        <a:t>1-4 No change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207227"/>
                  </a:ext>
                </a:extLst>
              </a:tr>
              <a:tr h="1593488">
                <a:tc>
                  <a:txBody>
                    <a:bodyPr/>
                    <a:lstStyle/>
                    <a:p>
                      <a:r>
                        <a:rPr lang="en-US" dirty="0"/>
                        <a:t>Semi Urban Leaving Room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BCC – 5,6,7 – Semi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96991"/>
                  </a:ext>
                </a:extLst>
              </a:tr>
              <a:tr h="1464154">
                <a:tc>
                  <a:txBody>
                    <a:bodyPr/>
                    <a:lstStyle/>
                    <a:p>
                      <a:r>
                        <a:rPr lang="en-US" dirty="0"/>
                        <a:t>BCC – New Module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8,9,10 – New Modules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86857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1C72C70-8DF9-E9D1-E626-E55EF518B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2803" y="3670624"/>
            <a:ext cx="2960306" cy="13632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13F8EA-F02B-3209-DF7D-DA467F47F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9907" y="1091203"/>
            <a:ext cx="2169779" cy="12220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6001EB-62C7-FB5C-0B96-D052C0D29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8886" y="5326411"/>
            <a:ext cx="2511707" cy="14220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551936-46F9-A5C2-5EE0-5C2735E509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5497" y="2433461"/>
            <a:ext cx="2005122" cy="115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255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09E5D-A801-411E-5787-39D645EB6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"/>
            <a:ext cx="10319795" cy="787078"/>
          </a:xfrm>
        </p:spPr>
        <p:txBody>
          <a:bodyPr/>
          <a:lstStyle/>
          <a:p>
            <a:r>
              <a:rPr lang="en-US" dirty="0"/>
              <a:t>AI for Beginners Script Structure 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10FBC7-6357-EBD3-2834-E5B8CEFB2E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8289338"/>
              </p:ext>
            </p:extLst>
          </p:nvPr>
        </p:nvGraphicFramePr>
        <p:xfrm>
          <a:off x="907648" y="818628"/>
          <a:ext cx="1051559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8701">
                  <a:extLst>
                    <a:ext uri="{9D8B030D-6E8A-4147-A177-3AD203B41FA5}">
                      <a16:colId xmlns:a16="http://schemas.microsoft.com/office/drawing/2014/main" val="2866661098"/>
                    </a:ext>
                  </a:extLst>
                </a:gridCol>
                <a:gridCol w="1805651">
                  <a:extLst>
                    <a:ext uri="{9D8B030D-6E8A-4147-A177-3AD203B41FA5}">
                      <a16:colId xmlns:a16="http://schemas.microsoft.com/office/drawing/2014/main" val="2993196926"/>
                    </a:ext>
                  </a:extLst>
                </a:gridCol>
                <a:gridCol w="1122744">
                  <a:extLst>
                    <a:ext uri="{9D8B030D-6E8A-4147-A177-3AD203B41FA5}">
                      <a16:colId xmlns:a16="http://schemas.microsoft.com/office/drawing/2014/main" val="4000541370"/>
                    </a:ext>
                  </a:extLst>
                </a:gridCol>
                <a:gridCol w="4328932">
                  <a:extLst>
                    <a:ext uri="{9D8B030D-6E8A-4147-A177-3AD203B41FA5}">
                      <a16:colId xmlns:a16="http://schemas.microsoft.com/office/drawing/2014/main" val="2695397255"/>
                    </a:ext>
                  </a:extLst>
                </a:gridCol>
                <a:gridCol w="1399571">
                  <a:extLst>
                    <a:ext uri="{9D8B030D-6E8A-4147-A177-3AD203B41FA5}">
                      <a16:colId xmlns:a16="http://schemas.microsoft.com/office/drawing/2014/main" val="1479798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Script Structure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Character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Script Context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Duration (approx.)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181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Opening Script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Conversational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Girls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Conversation Between 1 Girls, 1 women (Need to decide)</a:t>
                      </a:r>
                      <a:endParaRPr lang="en-IN" dirty="0"/>
                    </a:p>
                    <a:p>
                      <a:r>
                        <a:rPr lang="en-US" dirty="0"/>
                        <a:t>They will talk about the Topic approximately for a 30 seconds 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 seconds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04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About This Course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Presenter with one character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Girls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Girl will explain that what will be covered in this course with the help of Learning Objective (30 Seconds)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 seconds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099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Script Body – All Scene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Presenter with one character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Girls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Girl for each of the scene would be presenting and explain in each of the scene (2 Minutes)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Minute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58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Summary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Presenter with One character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Girl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Summary script ready by the character at the end (30 Sec)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 seconds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89745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CBF7FD0-C1D5-843E-DAE6-43B3A78C89B1}"/>
              </a:ext>
            </a:extLst>
          </p:cNvPr>
          <p:cNvSpPr txBox="1"/>
          <p:nvPr/>
        </p:nvSpPr>
        <p:spPr>
          <a:xfrm>
            <a:off x="844952" y="5555848"/>
            <a:ext cx="8657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Video should not go beyond 4.5 minutes</a:t>
            </a:r>
          </a:p>
          <a:p>
            <a:r>
              <a:rPr lang="en-US" dirty="0"/>
              <a:t>Urban Background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9841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46BAB-7252-6256-C220-027C26433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Characters Dimensions – AI for Beginners 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8D4338-8B57-395F-5AF8-E41D232A2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176" y="1966488"/>
            <a:ext cx="5416828" cy="322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23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76FCD-C175-B398-EC9A-664619342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12154-14CE-2E8F-5361-D597D8DC9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About this Course Slide needs to be added (only voice over no character) roughly 10-20 seconds</a:t>
            </a:r>
          </a:p>
          <a:p>
            <a:r>
              <a:rPr lang="en-US" dirty="0"/>
              <a:t>Conversational with 2 Characters  </a:t>
            </a:r>
          </a:p>
          <a:p>
            <a:r>
              <a:rPr lang="en-IN" dirty="0"/>
              <a:t>Same as earlier </a:t>
            </a:r>
          </a:p>
          <a:p>
            <a:r>
              <a:rPr lang="en-IN" dirty="0"/>
              <a:t>Summary needs to be added </a:t>
            </a:r>
          </a:p>
          <a:p>
            <a:r>
              <a:rPr lang="en-IN" dirty="0"/>
              <a:t>Quiz afterwards</a:t>
            </a:r>
          </a:p>
          <a:p>
            <a:r>
              <a:rPr lang="en-IN" dirty="0"/>
              <a:t>1-4 Content (Village Theme No Change in background) same Characters </a:t>
            </a:r>
          </a:p>
          <a:p>
            <a:r>
              <a:rPr lang="en-IN" dirty="0"/>
              <a:t>5, 6 ,7 semi urban background required with same characters </a:t>
            </a:r>
          </a:p>
          <a:p>
            <a:r>
              <a:rPr lang="en-IN" dirty="0"/>
              <a:t>New Module 8,9,10 (Urban background , Characters same)</a:t>
            </a:r>
          </a:p>
        </p:txBody>
      </p:sp>
    </p:spTree>
    <p:extLst>
      <p:ext uri="{BB962C8B-B14F-4D97-AF65-F5344CB8AC3E}">
        <p14:creationId xmlns:p14="http://schemas.microsoft.com/office/powerpoint/2010/main" val="4052411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BB06C-8860-AAFF-41D4-161A5F7CC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Characters Dimensions –BCC 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82290D2-2E05-6775-4D39-1E3B7E06BEBA}"/>
              </a:ext>
            </a:extLst>
          </p:cNvPr>
          <p:cNvGrpSpPr/>
          <p:nvPr/>
        </p:nvGrpSpPr>
        <p:grpSpPr>
          <a:xfrm>
            <a:off x="833377" y="1817224"/>
            <a:ext cx="4699322" cy="2650604"/>
            <a:chOff x="914400" y="3900667"/>
            <a:chExt cx="4699322" cy="265060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B8BCEC2-826B-3915-BBD9-90A99BCCD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9523" y="4340131"/>
              <a:ext cx="1092158" cy="221114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D24A3FA-3209-E5C7-6EB2-4E2554D80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73082" y="4537962"/>
              <a:ext cx="2902099" cy="1485976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8A1CE9F-9173-7D98-5C3B-96876364E230}"/>
                </a:ext>
              </a:extLst>
            </p:cNvPr>
            <p:cNvSpPr txBox="1"/>
            <p:nvPr/>
          </p:nvSpPr>
          <p:spPr>
            <a:xfrm>
              <a:off x="914400" y="3900667"/>
              <a:ext cx="46993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Devika Kaki</a:t>
              </a:r>
              <a:endParaRPr lang="en-IN" b="1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C1B1E3-A588-BE72-7519-25A6D7BFF69F}"/>
              </a:ext>
            </a:extLst>
          </p:cNvPr>
          <p:cNvGrpSpPr/>
          <p:nvPr/>
        </p:nvGrpSpPr>
        <p:grpSpPr>
          <a:xfrm>
            <a:off x="6586774" y="1923324"/>
            <a:ext cx="4827794" cy="2218646"/>
            <a:chOff x="7188658" y="3995193"/>
            <a:chExt cx="4827794" cy="221864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E792C0D-92C7-5BD0-DF0B-ED3A460961D6}"/>
                </a:ext>
              </a:extLst>
            </p:cNvPr>
            <p:cNvSpPr txBox="1"/>
            <p:nvPr/>
          </p:nvSpPr>
          <p:spPr>
            <a:xfrm>
              <a:off x="7317130" y="3995193"/>
              <a:ext cx="46993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Kavya</a:t>
              </a:r>
              <a:endParaRPr lang="en-IN" b="1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7237438-A3C5-CBE8-5F4F-02AB171A4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88658" y="4556404"/>
              <a:ext cx="939848" cy="165743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D4D214B-1068-7F39-9BE5-916317DA0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875" y="4643056"/>
              <a:ext cx="3505380" cy="1530429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0CE6003-E45E-946E-8620-00C55ED860E8}"/>
              </a:ext>
            </a:extLst>
          </p:cNvPr>
          <p:cNvGrpSpPr/>
          <p:nvPr/>
        </p:nvGrpSpPr>
        <p:grpSpPr>
          <a:xfrm>
            <a:off x="919278" y="4974016"/>
            <a:ext cx="4595424" cy="1701887"/>
            <a:chOff x="919278" y="4974016"/>
            <a:chExt cx="4595424" cy="1701887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5438813-88D0-0B0A-7892-40FA2493B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9278" y="4974016"/>
              <a:ext cx="977950" cy="1701887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5E980F3-C40B-BAE3-2FB4-D8B297D96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47424" y="5060871"/>
              <a:ext cx="3467278" cy="1505027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8D5A543-5238-0A1E-F9AB-951DD885E674}"/>
              </a:ext>
            </a:extLst>
          </p:cNvPr>
          <p:cNvGrpSpPr/>
          <p:nvPr/>
        </p:nvGrpSpPr>
        <p:grpSpPr>
          <a:xfrm>
            <a:off x="6622827" y="4992143"/>
            <a:ext cx="4412796" cy="1619333"/>
            <a:chOff x="6912194" y="4876396"/>
            <a:chExt cx="4412796" cy="1619333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A2E1C1B-1C76-2824-70A7-DFFAE1C2A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12194" y="4876396"/>
              <a:ext cx="844593" cy="161933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EDCBA36B-E939-7513-53F9-08200C7C7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27565" y="4951474"/>
              <a:ext cx="3397425" cy="1492327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51CEB8D-7CB0-F770-B8BD-51828D9BD4DA}"/>
              </a:ext>
            </a:extLst>
          </p:cNvPr>
          <p:cNvSpPr txBox="1"/>
          <p:nvPr/>
        </p:nvSpPr>
        <p:spPr>
          <a:xfrm>
            <a:off x="4224759" y="1551008"/>
            <a:ext cx="3819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Standing Position</a:t>
            </a:r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0568B0-08EC-A432-8B97-1F1236E6C23E}"/>
              </a:ext>
            </a:extLst>
          </p:cNvPr>
          <p:cNvSpPr txBox="1"/>
          <p:nvPr/>
        </p:nvSpPr>
        <p:spPr>
          <a:xfrm>
            <a:off x="4145665" y="4423459"/>
            <a:ext cx="3819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Sitting Position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8324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5251B-2DAA-6A59-C65E-04B060BBE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Script License 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80946C-5BB6-6D27-0C6C-CEB6684DFE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0954644"/>
              </p:ext>
            </p:extLst>
          </p:nvPr>
        </p:nvGraphicFramePr>
        <p:xfrm>
          <a:off x="838200" y="1825625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45040522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9385598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6621522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Video Minutes available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License 1 – Minutes available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0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BCC – 3120 Minutes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121 Minutes available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575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 for Beginners -1920 Minute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967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0131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C1CAB-A1E7-7F6D-15BE-416865353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Management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DDBD2-AE12-3BB6-B54B-9559A6474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Configuration Manager would be Ashish Bharadwaj </a:t>
            </a:r>
          </a:p>
          <a:p>
            <a:r>
              <a:rPr lang="en-US" dirty="0"/>
              <a:t>Every body has o sync up daily between 5to 6 with CM for Update the configuration Management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7684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20C79-A242-C628-3D8C-FADB7C69E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A37473-47AA-6FED-8644-B1A350D4E4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7846291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230">
                  <a:extLst>
                    <a:ext uri="{9D8B030D-6E8A-4147-A177-3AD203B41FA5}">
                      <a16:colId xmlns:a16="http://schemas.microsoft.com/office/drawing/2014/main" val="2646416955"/>
                    </a:ext>
                  </a:extLst>
                </a:gridCol>
                <a:gridCol w="2754775">
                  <a:extLst>
                    <a:ext uri="{9D8B030D-6E8A-4147-A177-3AD203B41FA5}">
                      <a16:colId xmlns:a16="http://schemas.microsoft.com/office/drawing/2014/main" val="2077675949"/>
                    </a:ext>
                  </a:extLst>
                </a:gridCol>
                <a:gridCol w="3055717">
                  <a:extLst>
                    <a:ext uri="{9D8B030D-6E8A-4147-A177-3AD203B41FA5}">
                      <a16:colId xmlns:a16="http://schemas.microsoft.com/office/drawing/2014/main" val="2680706661"/>
                    </a:ext>
                  </a:extLst>
                </a:gridCol>
                <a:gridCol w="2996878">
                  <a:extLst>
                    <a:ext uri="{9D8B030D-6E8A-4147-A177-3AD203B41FA5}">
                      <a16:colId xmlns:a16="http://schemas.microsoft.com/office/drawing/2014/main" val="1078704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Course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 Leader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 Members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149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BCC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Sneha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144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14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800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0943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F5C4-3A18-0193-D4F8-2A956790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1F73C3-F7CC-6FDD-63C6-F249999312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9783581"/>
              </p:ext>
            </p:extLst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230">
                  <a:extLst>
                    <a:ext uri="{9D8B030D-6E8A-4147-A177-3AD203B41FA5}">
                      <a16:colId xmlns:a16="http://schemas.microsoft.com/office/drawing/2014/main" val="2646416955"/>
                    </a:ext>
                  </a:extLst>
                </a:gridCol>
                <a:gridCol w="2754775">
                  <a:extLst>
                    <a:ext uri="{9D8B030D-6E8A-4147-A177-3AD203B41FA5}">
                      <a16:colId xmlns:a16="http://schemas.microsoft.com/office/drawing/2014/main" val="2077675949"/>
                    </a:ext>
                  </a:extLst>
                </a:gridCol>
                <a:gridCol w="3055717">
                  <a:extLst>
                    <a:ext uri="{9D8B030D-6E8A-4147-A177-3AD203B41FA5}">
                      <a16:colId xmlns:a16="http://schemas.microsoft.com/office/drawing/2014/main" val="2680706661"/>
                    </a:ext>
                  </a:extLst>
                </a:gridCol>
                <a:gridCol w="2996878">
                  <a:extLst>
                    <a:ext uri="{9D8B030D-6E8A-4147-A177-3AD203B41FA5}">
                      <a16:colId xmlns:a16="http://schemas.microsoft.com/office/drawing/2014/main" val="1078704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Course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 Leader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 Members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149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 For Beginners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257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2283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37E35400A32E4CB10EF35976F3D21A" ma:contentTypeVersion="11" ma:contentTypeDescription="Create a new document." ma:contentTypeScope="" ma:versionID="610c7b1ea2a0467d675dfcddd567f3fd">
  <xsd:schema xmlns:xsd="http://www.w3.org/2001/XMLSchema" xmlns:xs="http://www.w3.org/2001/XMLSchema" xmlns:p="http://schemas.microsoft.com/office/2006/metadata/properties" xmlns:ns2="952f6681-58a0-4402-b0a3-8b3d6101deef" xmlns:ns3="fe47cd33-c668-4d4f-a16c-c4c2a6e9a3d1" targetNamespace="http://schemas.microsoft.com/office/2006/metadata/properties" ma:root="true" ma:fieldsID="d1c520a6bc6fbd6cd6b2b1da8099469c" ns2:_="" ns3:_="">
    <xsd:import namespace="952f6681-58a0-4402-b0a3-8b3d6101deef"/>
    <xsd:import namespace="fe47cd33-c668-4d4f-a16c-c4c2a6e9a3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2f6681-58a0-4402-b0a3-8b3d6101de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f2bf400-29c8-4d1d-8edc-f52b003aad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47cd33-c668-4d4f-a16c-c4c2a6e9a3d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eec7466-12ac-4fd0-ab09-d8b1d37944e2}" ma:internalName="TaxCatchAll" ma:showField="CatchAllData" ma:web="fe47cd33-c668-4d4f-a16c-c4c2a6e9a3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e47cd33-c668-4d4f-a16c-c4c2a6e9a3d1" xsi:nil="true"/>
    <lcf76f155ced4ddcb4097134ff3c332f xmlns="952f6681-58a0-4402-b0a3-8b3d6101dee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51B5148-AA44-4F21-92D5-40A084FD14FD}"/>
</file>

<file path=customXml/itemProps2.xml><?xml version="1.0" encoding="utf-8"?>
<ds:datastoreItem xmlns:ds="http://schemas.openxmlformats.org/officeDocument/2006/customXml" ds:itemID="{58C9BB64-4192-4581-B027-5A7FFE8BA735}"/>
</file>

<file path=customXml/itemProps3.xml><?xml version="1.0" encoding="utf-8"?>
<ds:datastoreItem xmlns:ds="http://schemas.openxmlformats.org/officeDocument/2006/customXml" ds:itemID="{5F7C0D4E-A901-4377-B982-3EE08B75A6FA}"/>
</file>

<file path=docProps/app.xml><?xml version="1.0" encoding="utf-8"?>
<Properties xmlns="http://schemas.openxmlformats.org/officeDocument/2006/extended-properties" xmlns:vt="http://schemas.openxmlformats.org/officeDocument/2006/docPropsVTypes">
  <TotalTime>2905</TotalTime>
  <Words>413</Words>
  <Application>Microsoft Office PowerPoint</Application>
  <PresentationFormat>Widescreen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Pre-requisite </vt:lpstr>
      <vt:lpstr>Background</vt:lpstr>
      <vt:lpstr>AI for Beginners Script Structure </vt:lpstr>
      <vt:lpstr>Characters Dimensions – AI for Beginners </vt:lpstr>
      <vt:lpstr>BCC</vt:lpstr>
      <vt:lpstr>Characters Dimensions –BCC </vt:lpstr>
      <vt:lpstr>Audio Script License </vt:lpstr>
      <vt:lpstr>Configuration Management </vt:lpstr>
      <vt:lpstr>Teams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Prakash Rajak</dc:creator>
  <cp:lastModifiedBy>Prakash Rajak</cp:lastModifiedBy>
  <cp:revision>9</cp:revision>
  <dcterms:created xsi:type="dcterms:W3CDTF">2026-06-10T15:40:55Z</dcterms:created>
  <dcterms:modified xsi:type="dcterms:W3CDTF">2026-06-15T05:21:25Z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0x0101004337E35400A32E4CB10EF35976F3D21A</vt:lpwstr>
  </property>
</Properties>
</file>